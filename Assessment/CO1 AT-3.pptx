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32" r:id="rId1"/>
  </p:sldMasterIdLst>
  <p:notesMasterIdLst>
    <p:notesMasterId r:id="rId9"/>
  </p:notesMasterIdLst>
  <p:sldIdLst>
    <p:sldId id="312" r:id="rId2"/>
    <p:sldId id="313" r:id="rId3"/>
    <p:sldId id="343" r:id="rId4"/>
    <p:sldId id="344" r:id="rId5"/>
    <p:sldId id="257" r:id="rId6"/>
    <p:sldId id="346" r:id="rId7"/>
    <p:sldId id="34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801BB6-38E6-43B0-802B-FF609E0614E6}" v="8" dt="2026-07-20T05:12:09.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43" y="595"/>
      </p:cViewPr>
      <p:guideLst>
        <p:guide orient="horz" pos="2160"/>
        <p:guide pos="3840"/>
      </p:guideLst>
    </p:cSldViewPr>
  </p:slideViewPr>
  <p:notesTextViewPr>
    <p:cViewPr>
      <p:scale>
        <a:sx n="1" d="1"/>
        <a:sy n="1" d="1"/>
      </p:scale>
      <p:origin x="0" y="0"/>
    </p:cViewPr>
  </p:notesTextViewPr>
  <p:sorterViewPr>
    <p:cViewPr>
      <p:scale>
        <a:sx n="100" d="100"/>
        <a:sy n="100" d="100"/>
      </p:scale>
      <p:origin x="0" y="63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rnachandhra59@gmail.com" userId="45d7af2a60040fc0" providerId="LiveId" clId="{AE3E3242-4624-4532-9351-E77D08D1F1A0}"/>
    <pc:docChg chg="undo custSel delSld modSld">
      <pc:chgData name="poornachandhra59@gmail.com" userId="45d7af2a60040fc0" providerId="LiveId" clId="{AE3E3242-4624-4532-9351-E77D08D1F1A0}" dt="2026-07-20T05:20:52.317" v="531" actId="20577"/>
      <pc:docMkLst>
        <pc:docMk/>
      </pc:docMkLst>
      <pc:sldChg chg="modSp mod">
        <pc:chgData name="poornachandhra59@gmail.com" userId="45d7af2a60040fc0" providerId="LiveId" clId="{AE3E3242-4624-4532-9351-E77D08D1F1A0}" dt="2026-07-20T05:12:38.005" v="266" actId="20577"/>
        <pc:sldMkLst>
          <pc:docMk/>
          <pc:sldMk cId="0" sldId="257"/>
        </pc:sldMkLst>
        <pc:spChg chg="mod">
          <ac:chgData name="poornachandhra59@gmail.com" userId="45d7af2a60040fc0" providerId="LiveId" clId="{AE3E3242-4624-4532-9351-E77D08D1F1A0}" dt="2026-07-20T05:12:38.005" v="266" actId="20577"/>
          <ac:spMkLst>
            <pc:docMk/>
            <pc:sldMk cId="0" sldId="257"/>
            <ac:spMk id="2" creationId="{00000000-0000-0000-0000-000000000000}"/>
          </ac:spMkLst>
        </pc:spChg>
        <pc:spChg chg="mod">
          <ac:chgData name="poornachandhra59@gmail.com" userId="45d7af2a60040fc0" providerId="LiveId" clId="{AE3E3242-4624-4532-9351-E77D08D1F1A0}" dt="2026-07-20T05:12:28.534" v="249" actId="1076"/>
          <ac:spMkLst>
            <pc:docMk/>
            <pc:sldMk cId="0" sldId="257"/>
            <ac:spMk id="3" creationId="{00000000-0000-0000-0000-000000000000}"/>
          </ac:spMkLst>
        </pc:spChg>
      </pc:sldChg>
      <pc:sldChg chg="del">
        <pc:chgData name="poornachandhra59@gmail.com" userId="45d7af2a60040fc0" providerId="LiveId" clId="{AE3E3242-4624-4532-9351-E77D08D1F1A0}" dt="2026-07-20T05:12:44.988" v="271" actId="47"/>
        <pc:sldMkLst>
          <pc:docMk/>
          <pc:sldMk cId="0" sldId="305"/>
        </pc:sldMkLst>
      </pc:sldChg>
      <pc:sldChg chg="modSp mod">
        <pc:chgData name="poornachandhra59@gmail.com" userId="45d7af2a60040fc0" providerId="LiveId" clId="{AE3E3242-4624-4532-9351-E77D08D1F1A0}" dt="2026-07-20T05:20:52.317" v="531" actId="20577"/>
        <pc:sldMkLst>
          <pc:docMk/>
          <pc:sldMk cId="0" sldId="312"/>
        </pc:sldMkLst>
        <pc:spChg chg="mod">
          <ac:chgData name="poornachandhra59@gmail.com" userId="45d7af2a60040fc0" providerId="LiveId" clId="{AE3E3242-4624-4532-9351-E77D08D1F1A0}" dt="2026-07-20T05:04:21.077" v="58"/>
          <ac:spMkLst>
            <pc:docMk/>
            <pc:sldMk cId="0" sldId="312"/>
            <ac:spMk id="2" creationId="{22061D49-968E-179D-C80E-EE2A52F2C3DA}"/>
          </ac:spMkLst>
        </pc:spChg>
        <pc:spChg chg="mod">
          <ac:chgData name="poornachandhra59@gmail.com" userId="45d7af2a60040fc0" providerId="LiveId" clId="{AE3E3242-4624-4532-9351-E77D08D1F1A0}" dt="2026-07-20T05:04:52.350" v="134" actId="20577"/>
          <ac:spMkLst>
            <pc:docMk/>
            <pc:sldMk cId="0" sldId="312"/>
            <ac:spMk id="11" creationId="{00000000-0000-0000-0000-000000000000}"/>
          </ac:spMkLst>
        </pc:spChg>
        <pc:graphicFrameChg chg="modGraphic">
          <ac:chgData name="poornachandhra59@gmail.com" userId="45d7af2a60040fc0" providerId="LiveId" clId="{AE3E3242-4624-4532-9351-E77D08D1F1A0}" dt="2026-07-20T05:20:52.317" v="531" actId="20577"/>
          <ac:graphicFrameMkLst>
            <pc:docMk/>
            <pc:sldMk cId="0" sldId="312"/>
            <ac:graphicFrameMk id="5" creationId="{00000000-0000-0000-0000-000000000000}"/>
          </ac:graphicFrameMkLst>
        </pc:graphicFrameChg>
        <pc:graphicFrameChg chg="mod modGraphic">
          <ac:chgData name="poornachandhra59@gmail.com" userId="45d7af2a60040fc0" providerId="LiveId" clId="{AE3E3242-4624-4532-9351-E77D08D1F1A0}" dt="2026-07-20T05:02:53.553" v="4"/>
          <ac:graphicFrameMkLst>
            <pc:docMk/>
            <pc:sldMk cId="0" sldId="312"/>
            <ac:graphicFrameMk id="6" creationId="{00000000-0000-0000-0000-000000000000}"/>
          </ac:graphicFrameMkLst>
        </pc:graphicFrameChg>
      </pc:sldChg>
      <pc:sldChg chg="modSp mod">
        <pc:chgData name="poornachandhra59@gmail.com" userId="45d7af2a60040fc0" providerId="LiveId" clId="{AE3E3242-4624-4532-9351-E77D08D1F1A0}" dt="2026-07-20T05:13:57.585" v="286" actId="1076"/>
        <pc:sldMkLst>
          <pc:docMk/>
          <pc:sldMk cId="0" sldId="313"/>
        </pc:sldMkLst>
        <pc:spChg chg="mod">
          <ac:chgData name="poornachandhra59@gmail.com" userId="45d7af2a60040fc0" providerId="LiveId" clId="{AE3E3242-4624-4532-9351-E77D08D1F1A0}" dt="2026-07-20T05:13:57.585" v="286" actId="1076"/>
          <ac:spMkLst>
            <pc:docMk/>
            <pc:sldMk cId="0" sldId="313"/>
            <ac:spMk id="3" creationId="{00000000-0000-0000-0000-000000000000}"/>
          </ac:spMkLst>
        </pc:spChg>
        <pc:spChg chg="mod">
          <ac:chgData name="poornachandhra59@gmail.com" userId="45d7af2a60040fc0" providerId="LiveId" clId="{AE3E3242-4624-4532-9351-E77D08D1F1A0}" dt="2026-07-20T05:05:11.794" v="154" actId="20577"/>
          <ac:spMkLst>
            <pc:docMk/>
            <pc:sldMk cId="0" sldId="313"/>
            <ac:spMk id="6" creationId="{00000000-0000-0000-0000-000000000000}"/>
          </ac:spMkLst>
        </pc:spChg>
      </pc:sldChg>
      <pc:sldChg chg="del">
        <pc:chgData name="poornachandhra59@gmail.com" userId="45d7af2a60040fc0" providerId="LiveId" clId="{AE3E3242-4624-4532-9351-E77D08D1F1A0}" dt="2026-07-20T05:12:47.417" v="274" actId="47"/>
        <pc:sldMkLst>
          <pc:docMk/>
          <pc:sldMk cId="0" sldId="314"/>
        </pc:sldMkLst>
      </pc:sldChg>
      <pc:sldChg chg="del">
        <pc:chgData name="poornachandhra59@gmail.com" userId="45d7af2a60040fc0" providerId="LiveId" clId="{AE3E3242-4624-4532-9351-E77D08D1F1A0}" dt="2026-07-20T05:12:45.938" v="272" actId="47"/>
        <pc:sldMkLst>
          <pc:docMk/>
          <pc:sldMk cId="1734052531" sldId="337"/>
        </pc:sldMkLst>
      </pc:sldChg>
      <pc:sldChg chg="del">
        <pc:chgData name="poornachandhra59@gmail.com" userId="45d7af2a60040fc0" providerId="LiveId" clId="{AE3E3242-4624-4532-9351-E77D08D1F1A0}" dt="2026-07-20T05:12:48.202" v="275" actId="47"/>
        <pc:sldMkLst>
          <pc:docMk/>
          <pc:sldMk cId="3596398308" sldId="338"/>
        </pc:sldMkLst>
      </pc:sldChg>
      <pc:sldChg chg="del">
        <pc:chgData name="poornachandhra59@gmail.com" userId="45d7af2a60040fc0" providerId="LiveId" clId="{AE3E3242-4624-4532-9351-E77D08D1F1A0}" dt="2026-07-20T05:12:44.593" v="270" actId="47"/>
        <pc:sldMkLst>
          <pc:docMk/>
          <pc:sldMk cId="4040715562" sldId="342"/>
        </pc:sldMkLst>
      </pc:sldChg>
      <pc:sldChg chg="addSp delSp modSp mod">
        <pc:chgData name="poornachandhra59@gmail.com" userId="45d7af2a60040fc0" providerId="LiveId" clId="{AE3E3242-4624-4532-9351-E77D08D1F1A0}" dt="2026-07-20T05:08:00.228" v="202" actId="14100"/>
        <pc:sldMkLst>
          <pc:docMk/>
          <pc:sldMk cId="3766641659" sldId="343"/>
        </pc:sldMkLst>
        <pc:spChg chg="del mod">
          <ac:chgData name="poornachandhra59@gmail.com" userId="45d7af2a60040fc0" providerId="LiveId" clId="{AE3E3242-4624-4532-9351-E77D08D1F1A0}" dt="2026-07-20T05:07:47.614" v="198" actId="22"/>
          <ac:spMkLst>
            <pc:docMk/>
            <pc:sldMk cId="3766641659" sldId="343"/>
            <ac:spMk id="3" creationId="{00000000-0000-0000-0000-000000000000}"/>
          </ac:spMkLst>
        </pc:spChg>
        <pc:spChg chg="mod">
          <ac:chgData name="poornachandhra59@gmail.com" userId="45d7af2a60040fc0" providerId="LiveId" clId="{AE3E3242-4624-4532-9351-E77D08D1F1A0}" dt="2026-07-20T05:07:09.977" v="196" actId="20577"/>
          <ac:spMkLst>
            <pc:docMk/>
            <pc:sldMk cId="3766641659" sldId="343"/>
            <ac:spMk id="6" creationId="{00000000-0000-0000-0000-000000000000}"/>
          </ac:spMkLst>
        </pc:spChg>
        <pc:picChg chg="add mod ord">
          <ac:chgData name="poornachandhra59@gmail.com" userId="45d7af2a60040fc0" providerId="LiveId" clId="{AE3E3242-4624-4532-9351-E77D08D1F1A0}" dt="2026-07-20T05:08:00.228" v="202" actId="14100"/>
          <ac:picMkLst>
            <pc:docMk/>
            <pc:sldMk cId="3766641659" sldId="343"/>
            <ac:picMk id="5" creationId="{46A4B575-D1D6-855B-605D-18CA79CC1C03}"/>
          </ac:picMkLst>
        </pc:picChg>
      </pc:sldChg>
      <pc:sldChg chg="modSp mod">
        <pc:chgData name="poornachandhra59@gmail.com" userId="45d7af2a60040fc0" providerId="LiveId" clId="{AE3E3242-4624-4532-9351-E77D08D1F1A0}" dt="2026-07-20T05:18:24.882" v="529" actId="20577"/>
        <pc:sldMkLst>
          <pc:docMk/>
          <pc:sldMk cId="2434392732" sldId="344"/>
        </pc:sldMkLst>
        <pc:spChg chg="mod">
          <ac:chgData name="poornachandhra59@gmail.com" userId="45d7af2a60040fc0" providerId="LiveId" clId="{AE3E3242-4624-4532-9351-E77D08D1F1A0}" dt="2026-07-20T05:18:24.882" v="529" actId="20577"/>
          <ac:spMkLst>
            <pc:docMk/>
            <pc:sldMk cId="2434392732" sldId="344"/>
            <ac:spMk id="3" creationId="{00000000-0000-0000-0000-000000000000}"/>
          </ac:spMkLst>
        </pc:spChg>
        <pc:spChg chg="mod">
          <ac:chgData name="poornachandhra59@gmail.com" userId="45d7af2a60040fc0" providerId="LiveId" clId="{AE3E3242-4624-4532-9351-E77D08D1F1A0}" dt="2026-07-20T05:09:59.015" v="242" actId="20577"/>
          <ac:spMkLst>
            <pc:docMk/>
            <pc:sldMk cId="2434392732" sldId="344"/>
            <ac:spMk id="6" creationId="{00000000-0000-0000-0000-000000000000}"/>
          </ac:spMkLst>
        </pc:spChg>
      </pc:sldChg>
      <pc:sldChg chg="del">
        <pc:chgData name="poornachandhra59@gmail.com" userId="45d7af2a60040fc0" providerId="LiveId" clId="{AE3E3242-4624-4532-9351-E77D08D1F1A0}" dt="2026-07-20T05:12:46.642" v="273" actId="47"/>
        <pc:sldMkLst>
          <pc:docMk/>
          <pc:sldMk cId="1061913424" sldId="345"/>
        </pc:sldMkLst>
      </pc:sldChg>
      <pc:sldChg chg="del">
        <pc:chgData name="poornachandhra59@gmail.com" userId="45d7af2a60040fc0" providerId="LiveId" clId="{AE3E3242-4624-4532-9351-E77D08D1F1A0}" dt="2026-07-20T05:12:42.259" v="267" actId="47"/>
        <pc:sldMkLst>
          <pc:docMk/>
          <pc:sldMk cId="156762831" sldId="347"/>
        </pc:sldMkLst>
      </pc:sldChg>
      <pc:sldChg chg="del">
        <pc:chgData name="poornachandhra59@gmail.com" userId="45d7af2a60040fc0" providerId="LiveId" clId="{AE3E3242-4624-4532-9351-E77D08D1F1A0}" dt="2026-07-20T05:12:43.545" v="268" actId="47"/>
        <pc:sldMkLst>
          <pc:docMk/>
          <pc:sldMk cId="57816010" sldId="348"/>
        </pc:sldMkLst>
      </pc:sldChg>
      <pc:sldChg chg="del">
        <pc:chgData name="poornachandhra59@gmail.com" userId="45d7af2a60040fc0" providerId="LiveId" clId="{AE3E3242-4624-4532-9351-E77D08D1F1A0}" dt="2026-07-20T05:12:44.095" v="269" actId="47"/>
        <pc:sldMkLst>
          <pc:docMk/>
          <pc:sldMk cId="1752237713" sldId="349"/>
        </pc:sldMkLst>
      </pc:sldChg>
      <pc:sldChg chg="del">
        <pc:chgData name="poornachandhra59@gmail.com" userId="45d7af2a60040fc0" providerId="LiveId" clId="{AE3E3242-4624-4532-9351-E77D08D1F1A0}" dt="2026-07-20T05:12:48.937" v="276" actId="47"/>
        <pc:sldMkLst>
          <pc:docMk/>
          <pc:sldMk cId="3513995936" sldId="3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635B01-8286-45F0-9637-A1D9B15E4FE1}" type="datetimeFigureOut">
              <a:rPr lang="en-US" smtClean="0"/>
              <a:t>7/24/2026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543A0-99BF-489B-A09E-E21425E914ED}" type="slidenum">
              <a:rPr lang="en-US" smtClean="0"/>
              <a:t>‹#›</a:t>
            </a:fld>
            <a:endParaRPr lang="en-US"/>
          </a:p>
        </p:txBody>
      </p:sp>
    </p:spTree>
    <p:extLst>
      <p:ext uri="{BB962C8B-B14F-4D97-AF65-F5344CB8AC3E}">
        <p14:creationId xmlns:p14="http://schemas.microsoft.com/office/powerpoint/2010/main" val="1486829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FA10D50B-76D3-4FD8-AABC-626A40B53236}" type="datetimeFigureOut">
              <a:rPr lang="en-US" smtClean="0"/>
              <a:pPr/>
              <a:t>7/24/2026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36253B43-DF85-4FB7-A030-8B801D6A839E}" type="slidenum">
              <a:rPr lang="en-US" smtClean="0"/>
              <a:pPr/>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FA10D50B-76D3-4FD8-AABC-626A40B53236}"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3"/>
            <a:ext cx="609600" cy="441325"/>
          </a:xfrm>
        </p:spPr>
        <p:txBody>
          <a:bodyPr/>
          <a:lstStyle/>
          <a:p>
            <a:fld id="{36253B43-DF85-4FB7-A030-8B801D6A839E}" type="slidenum">
              <a:rPr lang="en-US" smtClean="0"/>
              <a:pPr/>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A10D50B-76D3-4FD8-AABC-626A40B53236}" type="datetimeFigureOut">
              <a:rPr lang="en-US" smtClean="0"/>
              <a:pPr/>
              <a:t>7/24/2026</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36253B43-DF85-4FB7-A030-8B801D6A839E}" type="slidenum">
              <a:rPr lang="en-US" smtClean="0"/>
              <a:pPr/>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FA10D50B-76D3-4FD8-AABC-626A40B53236}" type="datetimeFigureOut">
              <a:rPr lang="en-US" smtClean="0"/>
              <a:pPr/>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253B43-DF85-4FB7-A030-8B801D6A839E}" type="slidenum">
              <a:rPr lang="en-US" smtClean="0"/>
              <a:pPr/>
              <a:t>‹#›</a:t>
            </a:fld>
            <a:endParaRPr lang="en-US"/>
          </a:p>
        </p:txBody>
      </p:sp>
      <p:sp>
        <p:nvSpPr>
          <p:cNvPr id="8" name="Straight Connector 7"/>
          <p:cNvSpPr>
            <a:spLocks noChangeShapeType="1"/>
          </p:cNvSpPr>
          <p:nvPr/>
        </p:nvSpPr>
        <p:spPr bwMode="auto">
          <a:xfrm flipV="1">
            <a:off x="6084107" y="1575653"/>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FA10D50B-76D3-4FD8-AABC-626A40B53236}" type="datetimeFigureOut">
              <a:rPr lang="en-US" smtClean="0"/>
              <a:pPr/>
              <a:t>7/24/2026</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36253B43-DF85-4FB7-A030-8B801D6A839E}"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FA10D50B-76D3-4FD8-AABC-626A40B53236}" type="datetimeFigureOut">
              <a:rPr lang="en-US" smtClean="0"/>
              <a:pPr/>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1"/>
            <a:ext cx="609600" cy="441325"/>
          </a:xfrm>
        </p:spPr>
        <p:txBody>
          <a:bodyPr/>
          <a:lstStyle/>
          <a:p>
            <a:fld id="{36253B43-DF85-4FB7-A030-8B801D6A839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FA10D50B-76D3-4FD8-AABC-626A40B53236}" type="datetimeFigureOut">
              <a:rPr lang="en-US" smtClean="0"/>
              <a:pPr/>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36253B43-DF85-4FB7-A030-8B801D6A839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36253B43-DF85-4FB7-A030-8B801D6A839E}" type="slidenum">
              <a:rPr lang="en-US" smtClean="0"/>
              <a:pPr/>
              <a:t>‹#›</a:t>
            </a:fld>
            <a:endParaRPr lang="en-US"/>
          </a:p>
        </p:txBody>
      </p:sp>
      <p:sp>
        <p:nvSpPr>
          <p:cNvPr id="21" name="Rectangle 20"/>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FA10D50B-76D3-4FD8-AABC-626A40B53236}" type="datetimeFigureOut">
              <a:rPr lang="en-US" smtClean="0"/>
              <a:pPr/>
              <a:t>7/24/2026</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39"/>
            <a:ext cx="609600" cy="441325"/>
          </a:xfrm>
        </p:spPr>
        <p:txBody>
          <a:bodyPr/>
          <a:lstStyle/>
          <a:p>
            <a:fld id="{36253B43-DF85-4FB7-A030-8B801D6A839E}" type="slidenum">
              <a:rPr lang="en-US" smtClean="0"/>
              <a:pPr/>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FA10D50B-76D3-4FD8-AABC-626A40B53236}" type="datetimeFigureOut">
              <a:rPr lang="en-US" smtClean="0"/>
              <a:pPr/>
              <a:t>7/24/2026</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A10D50B-76D3-4FD8-AABC-626A40B53236}"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53B43-DF85-4FB7-A030-8B801D6A839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2"/>
            <a:ext cx="609600" cy="441325"/>
          </a:xfrm>
        </p:spPr>
        <p:txBody>
          <a:bodyPr/>
          <a:lstStyle/>
          <a:p>
            <a:fld id="{36253B43-DF85-4FB7-A030-8B801D6A839E}" type="slidenum">
              <a:rPr lang="en-US" smtClean="0"/>
              <a:pPr/>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A10D50B-76D3-4FD8-AABC-626A40B53236}" type="datetimeFigureOut">
              <a:rPr lang="en-US" smtClean="0"/>
              <a:pPr/>
              <a:t>7/24/2026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2"/>
            <a:ext cx="1930400" cy="5851525"/>
          </a:xfrm>
        </p:spPr>
        <p:txBody>
          <a:bodyPr vert="eaVert"/>
          <a:lstStyle/>
          <a:p>
            <a:r>
              <a:rPr kumimoji="0"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86"/>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FA10D50B-76D3-4FD8-AABC-626A40B53236}" type="datetimeFigureOut">
              <a:rPr lang="en-US" smtClean="0"/>
              <a:pPr/>
              <a:t>7/24/2026</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253B43-DF85-4FB7-A030-8B801D6A839E}" type="slidenum">
              <a:rPr lang="en-US" smtClean="0"/>
              <a:pPr/>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45500325"/>
              </p:ext>
            </p:extLst>
          </p:nvPr>
        </p:nvGraphicFramePr>
        <p:xfrm>
          <a:off x="391040" y="4406900"/>
          <a:ext cx="4094945" cy="1737360"/>
        </p:xfrm>
        <a:graphic>
          <a:graphicData uri="http://schemas.openxmlformats.org/drawingml/2006/table">
            <a:tbl>
              <a:tblPr firstRow="1" bandRow="1">
                <a:tableStyleId>{2D5ABB26-0587-4C30-8999-92F81FD0307C}</a:tableStyleId>
              </a:tblPr>
              <a:tblGrid>
                <a:gridCol w="4094945">
                  <a:extLst>
                    <a:ext uri="{9D8B030D-6E8A-4147-A177-3AD203B41FA5}">
                      <a16:colId xmlns:a16="http://schemas.microsoft.com/office/drawing/2014/main" val="20000"/>
                    </a:ext>
                  </a:extLst>
                </a:gridCol>
              </a:tblGrid>
              <a:tr h="329712">
                <a:tc>
                  <a:txBody>
                    <a:bodyPr/>
                    <a:lstStyle/>
                    <a:p>
                      <a:pPr lvl="0">
                        <a:buNone/>
                      </a:pPr>
                      <a:endParaRPr lang="en-US" sz="2000" dirty="0">
                        <a:latin typeface="Times New Roman"/>
                        <a:cs typeface="Times New Roman"/>
                      </a:endParaRPr>
                    </a:p>
                    <a:p>
                      <a:pPr lvl="0">
                        <a:buNone/>
                      </a:pPr>
                      <a:r>
                        <a:rPr lang="en-US" sz="2000" b="1" dirty="0">
                          <a:solidFill>
                            <a:srgbClr val="FF0000"/>
                          </a:solidFill>
                          <a:latin typeface="Times New Roman"/>
                          <a:cs typeface="Times New Roman"/>
                        </a:rPr>
                        <a:t>Supervisor</a:t>
                      </a:r>
                      <a:r>
                        <a:rPr lang="en-US" sz="2000" baseline="0" dirty="0">
                          <a:latin typeface="Times New Roman"/>
                          <a:cs typeface="Times New Roman"/>
                        </a:rPr>
                        <a:t> </a:t>
                      </a:r>
                      <a:r>
                        <a:rPr lang="en-US" sz="2000" dirty="0">
                          <a:latin typeface="Times New Roman"/>
                          <a:cs typeface="Times New Roman"/>
                        </a:rPr>
                        <a:t>:</a:t>
                      </a:r>
                    </a:p>
                    <a:p>
                      <a:pPr lvl="0">
                        <a:buNone/>
                      </a:pPr>
                      <a:r>
                        <a:rPr lang="en-US" sz="2000" dirty="0">
                          <a:latin typeface="Times New Roman"/>
                          <a:cs typeface="Times New Roman"/>
                        </a:rPr>
                        <a:t>Dr . BOOMIJA M D </a:t>
                      </a:r>
                      <a:endParaRPr lang="en-US" sz="2000" dirty="0"/>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29712">
                <a:tc>
                  <a:txBody>
                    <a:bodyPr/>
                    <a:lstStyle/>
                    <a:p>
                      <a:endParaRPr lang="en-US" sz="2000" baseline="0" dirty="0">
                        <a:latin typeface="Times New Roman"/>
                        <a:cs typeface="Times New Roman"/>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30679">
                <a:tc>
                  <a:txBody>
                    <a:bodyPr/>
                    <a:lstStyle/>
                    <a:p>
                      <a:endParaRPr lang="en-US" sz="1600" baseline="0" dirty="0">
                        <a:latin typeface="Times New Roman"/>
                        <a:cs typeface="Times New Roman"/>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565766913"/>
              </p:ext>
            </p:extLst>
          </p:nvPr>
        </p:nvGraphicFramePr>
        <p:xfrm>
          <a:off x="8128000" y="4652513"/>
          <a:ext cx="3908584" cy="1693042"/>
        </p:xfrm>
        <a:graphic>
          <a:graphicData uri="http://schemas.openxmlformats.org/drawingml/2006/table">
            <a:tbl>
              <a:tblPr bandRow="1">
                <a:tableStyleId>{2D5ABB26-0587-4C30-8999-92F81FD0307C}</a:tableStyleId>
              </a:tblPr>
              <a:tblGrid>
                <a:gridCol w="3908584">
                  <a:extLst>
                    <a:ext uri="{9D8B030D-6E8A-4147-A177-3AD203B41FA5}">
                      <a16:colId xmlns:a16="http://schemas.microsoft.com/office/drawing/2014/main" val="20000"/>
                    </a:ext>
                  </a:extLst>
                </a:gridCol>
              </a:tblGrid>
              <a:tr h="336735">
                <a:tc>
                  <a:txBody>
                    <a:bodyPr/>
                    <a:lstStyle/>
                    <a:p>
                      <a:pPr lvl="0">
                        <a:buNone/>
                      </a:pPr>
                      <a:r>
                        <a:rPr lang="en-US" sz="2000" b="1">
                          <a:solidFill>
                            <a:srgbClr val="FF0000"/>
                          </a:solidFill>
                          <a:latin typeface="Times New Roman"/>
                          <a:cs typeface="Times New Roman"/>
                        </a:rPr>
                        <a:t>Students</a:t>
                      </a:r>
                      <a:r>
                        <a:rPr lang="en-US" sz="2000">
                          <a:latin typeface="Times New Roman"/>
                          <a:cs typeface="Times New Roman"/>
                        </a:rPr>
                        <a:t> :</a:t>
                      </a:r>
                      <a:endParaRPr lang="en-US" sz="2000" dirty="0">
                        <a:latin typeface="Times New Roman"/>
                        <a:cs typeface="Times New Roman"/>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36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aseline="0" dirty="0">
                          <a:latin typeface="Times New Roman"/>
                          <a:cs typeface="Times New Roman"/>
                        </a:rPr>
                        <a:t>P. Poorna Chandra (192472287).</a:t>
                      </a:r>
                      <a:endParaRPr lang="en-US" sz="2000" dirty="0">
                        <a:latin typeface="Times New Roman"/>
                        <a:cs typeface="Times New Roman"/>
                      </a:endParaRPr>
                    </a:p>
                    <a:p>
                      <a:pPr lvl="0">
                        <a:buNone/>
                      </a:pPr>
                      <a:endParaRPr lang="en-US" sz="2000" baseline="0" dirty="0">
                        <a:latin typeface="Times New Roman"/>
                        <a:cs typeface="Times New Roman"/>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95762">
                <a:tc>
                  <a:txBody>
                    <a:bodyPr/>
                    <a:lstStyle/>
                    <a:p>
                      <a:endParaRPr lang="en-US" sz="2000" dirty="0">
                        <a:latin typeface="Times New Roman"/>
                        <a:cs typeface="Times New Roman"/>
                      </a:endParaRPr>
                    </a:p>
                  </a:txBody>
                  <a:tcPr marL="121920" marR="1219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0" name="Title 1"/>
          <p:cNvSpPr txBox="1">
            <a:spLocks/>
          </p:cNvSpPr>
          <p:nvPr/>
        </p:nvSpPr>
        <p:spPr>
          <a:xfrm>
            <a:off x="1525916" y="264543"/>
            <a:ext cx="9245600" cy="1285335"/>
          </a:xfrm>
          <a:prstGeom prst="rect">
            <a:avLst/>
          </a:prstGeom>
        </p:spPr>
        <p:txBody>
          <a:bodyPr vert="horz" lIns="91440" tIns="45720" rIns="91440" bIns="45720" rtlCol="0" anchor="ctr">
            <a:normAutofit/>
          </a:bodyPr>
          <a:lstStyle/>
          <a:p>
            <a:pPr algn="ctr">
              <a:spcBef>
                <a:spcPct val="0"/>
              </a:spcBef>
            </a:pPr>
            <a:endParaRPr lang="en-US" sz="3200" b="1" dirty="0">
              <a:latin typeface="Times New Roman" pitchFamily="18" charset="0"/>
              <a:ea typeface="+mj-ea"/>
              <a:cs typeface="Times New Roman" pitchFamily="18" charset="0"/>
            </a:endParaRPr>
          </a:p>
        </p:txBody>
      </p:sp>
      <p:sp>
        <p:nvSpPr>
          <p:cNvPr id="11" name="Rectangle 10"/>
          <p:cNvSpPr/>
          <p:nvPr/>
        </p:nvSpPr>
        <p:spPr>
          <a:xfrm>
            <a:off x="1" y="1557069"/>
            <a:ext cx="12192000" cy="523220"/>
          </a:xfrm>
          <a:prstGeom prst="rect">
            <a:avLst/>
          </a:prstGeom>
        </p:spPr>
        <p:txBody>
          <a:bodyPr wrap="square" lIns="91440" tIns="45720" rIns="91440" bIns="45720" anchor="t">
            <a:spAutoFit/>
          </a:bodyPr>
          <a:lstStyle/>
          <a:p>
            <a:pPr algn="ctr"/>
            <a:r>
              <a:rPr lang="en-US" sz="2800" dirty="0">
                <a:ea typeface="+mn-lt"/>
                <a:cs typeface="+mn-lt"/>
              </a:rPr>
              <a:t>CSA1501-CLOUD COMPUTING</a:t>
            </a:r>
            <a:endParaRPr lang="en-US" dirty="0"/>
          </a:p>
        </p:txBody>
      </p:sp>
      <p:sp>
        <p:nvSpPr>
          <p:cNvPr id="2" name="TextBox 1">
            <a:extLst>
              <a:ext uri="{FF2B5EF4-FFF2-40B4-BE49-F238E27FC236}">
                <a16:creationId xmlns:a16="http://schemas.microsoft.com/office/drawing/2014/main" id="{22061D49-968E-179D-C80E-EE2A52F2C3DA}"/>
              </a:ext>
            </a:extLst>
          </p:cNvPr>
          <p:cNvSpPr txBox="1"/>
          <p:nvPr/>
        </p:nvSpPr>
        <p:spPr>
          <a:xfrm>
            <a:off x="2438512" y="2965086"/>
            <a:ext cx="7890292" cy="523220"/>
          </a:xfrm>
          <a:prstGeom prst="rect">
            <a:avLst/>
          </a:prstGeom>
          <a:ln>
            <a:solidFill>
              <a:schemeClr val="bg2">
                <a:lumMod val="10000"/>
              </a:schemeClr>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2800" dirty="0"/>
              <a:t>DevOps and CI/CD in Cloud Computing </a:t>
            </a:r>
            <a:endParaRPr lang="en-US" sz="2800" b="1" dirty="0">
              <a:latin typeface="Times New Roman"/>
              <a:cs typeface="Times New Roman"/>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264543"/>
            <a:ext cx="10274300" cy="1001713"/>
          </a:xfrm>
          <a:prstGeom prst="rect">
            <a:avLst/>
          </a:prstGeom>
        </p:spPr>
      </p:pic>
      <p:sp>
        <p:nvSpPr>
          <p:cNvPr id="4" name="TextBox 3"/>
          <p:cNvSpPr txBox="1"/>
          <p:nvPr/>
        </p:nvSpPr>
        <p:spPr>
          <a:xfrm>
            <a:off x="4368800" y="2324100"/>
            <a:ext cx="3759200" cy="523220"/>
          </a:xfrm>
          <a:prstGeom prst="rect">
            <a:avLst/>
          </a:prstGeom>
          <a:noFill/>
        </p:spPr>
        <p:txBody>
          <a:bodyPr wrap="square" rtlCol="0">
            <a:spAutoFit/>
          </a:bodyPr>
          <a:lstStyle/>
          <a:p>
            <a:pPr algn="ctr"/>
            <a:r>
              <a:rPr lang="en-US" sz="2800" b="1" dirty="0">
                <a:solidFill>
                  <a:srgbClr val="FF0000"/>
                </a:solidFill>
                <a:latin typeface="Times New Roman" pitchFamily="18" charset="0"/>
                <a:cs typeface="Times New Roman" pitchFamily="18" charset="0"/>
              </a:rPr>
              <a:t>Title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sp>
        <p:nvSpPr>
          <p:cNvPr id="3" name="Subtitle 2"/>
          <p:cNvSpPr>
            <a:spLocks noGrp="1"/>
          </p:cNvSpPr>
          <p:nvPr>
            <p:ph sz="quarter" idx="1"/>
          </p:nvPr>
        </p:nvSpPr>
        <p:spPr>
          <a:xfrm>
            <a:off x="914891" y="2174532"/>
            <a:ext cx="10699496" cy="3941132"/>
          </a:xfrm>
        </p:spPr>
        <p:txBody>
          <a:bodyPr>
            <a:normAutofit/>
          </a:bodyPr>
          <a:lstStyle/>
          <a:p>
            <a:pPr algn="just"/>
            <a:r>
              <a:rPr lang="en-IN" sz="2400" b="1" dirty="0">
                <a:latin typeface="Times New Roman" panose="02020603050405020304" pitchFamily="18" charset="0"/>
                <a:cs typeface="Times New Roman" panose="02020603050405020304" pitchFamily="18" charset="0"/>
              </a:rPr>
              <a:t>What is DevOps?</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DevOps is a way of developing software where </a:t>
            </a:r>
            <a:r>
              <a:rPr lang="en-IN" sz="2400" b="1" dirty="0">
                <a:latin typeface="Times New Roman" panose="02020603050405020304" pitchFamily="18" charset="0"/>
                <a:cs typeface="Times New Roman" panose="02020603050405020304" pitchFamily="18" charset="0"/>
              </a:rPr>
              <a:t>developers</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operations teams</a:t>
            </a:r>
            <a:r>
              <a:rPr lang="en-IN" sz="2400" dirty="0">
                <a:latin typeface="Times New Roman" panose="02020603050405020304" pitchFamily="18" charset="0"/>
                <a:cs typeface="Times New Roman" panose="02020603050405020304" pitchFamily="18" charset="0"/>
              </a:rPr>
              <a:t> work together. Their goal is to build, test, and release software quickly and without errors.</a:t>
            </a:r>
          </a:p>
          <a:p>
            <a:pPr algn="just"/>
            <a:r>
              <a:rPr lang="en-IN" sz="2400" b="1" dirty="0">
                <a:latin typeface="Times New Roman" panose="02020603050405020304" pitchFamily="18" charset="0"/>
                <a:cs typeface="Times New Roman" panose="02020603050405020304" pitchFamily="18" charset="0"/>
              </a:rPr>
              <a:t>What is CI/CD?</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Continuous Integration (CI):</a:t>
            </a:r>
            <a:r>
              <a:rPr lang="en-IN" sz="2400" dirty="0">
                <a:latin typeface="Times New Roman" panose="02020603050405020304" pitchFamily="18" charset="0"/>
                <a:cs typeface="Times New Roman" panose="02020603050405020304" pitchFamily="18" charset="0"/>
              </a:rPr>
              <a:t> Developers add their new code to a shared project. The system automatically checks and tests the code. </a:t>
            </a:r>
          </a:p>
          <a:p>
            <a:pPr algn="just"/>
            <a:r>
              <a:rPr lang="en-IN" sz="2400" b="1" dirty="0">
                <a:latin typeface="Times New Roman" panose="02020603050405020304" pitchFamily="18" charset="0"/>
                <a:cs typeface="Times New Roman" panose="02020603050405020304" pitchFamily="18" charset="0"/>
              </a:rPr>
              <a:t>Continuous Deployment (CD):</a:t>
            </a:r>
            <a:r>
              <a:rPr lang="en-IN" sz="2400" dirty="0">
                <a:latin typeface="Times New Roman" panose="02020603050405020304" pitchFamily="18" charset="0"/>
                <a:cs typeface="Times New Roman" panose="02020603050405020304" pitchFamily="18" charset="0"/>
              </a:rPr>
              <a:t> If the code works correctly, it is automatically deployed to the cloud so users can use the latest version.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264543"/>
            <a:ext cx="10274300" cy="1001713"/>
          </a:xfrm>
          <a:prstGeom prst="rect">
            <a:avLst/>
          </a:prstGeom>
        </p:spPr>
      </p:pic>
      <p:sp>
        <p:nvSpPr>
          <p:cNvPr id="6" name="TextBox 5"/>
          <p:cNvSpPr txBox="1"/>
          <p:nvPr/>
        </p:nvSpPr>
        <p:spPr>
          <a:xfrm>
            <a:off x="3769032" y="1549400"/>
            <a:ext cx="4318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6A4B575-D1D6-855B-605D-18CA79CC1C03}"/>
              </a:ext>
            </a:extLst>
          </p:cNvPr>
          <p:cNvPicPr>
            <a:picLocks noGrp="1" noChangeAspect="1"/>
          </p:cNvPicPr>
          <p:nvPr>
            <p:ph sz="quarter" idx="1"/>
          </p:nvPr>
        </p:nvPicPr>
        <p:blipFill>
          <a:blip r:embed="rId2"/>
          <a:stretch>
            <a:fillRect/>
          </a:stretch>
        </p:blipFill>
        <p:spPr>
          <a:xfrm>
            <a:off x="4286865" y="2188549"/>
            <a:ext cx="3097161" cy="408443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264543"/>
            <a:ext cx="10274300" cy="1001713"/>
          </a:xfrm>
          <a:prstGeom prst="rect">
            <a:avLst/>
          </a:prstGeom>
        </p:spPr>
      </p:pic>
      <p:sp>
        <p:nvSpPr>
          <p:cNvPr id="6" name="TextBox 5"/>
          <p:cNvSpPr txBox="1"/>
          <p:nvPr/>
        </p:nvSpPr>
        <p:spPr>
          <a:xfrm>
            <a:off x="3759200" y="1549400"/>
            <a:ext cx="4318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ARCHITECTURE</a:t>
            </a:r>
          </a:p>
        </p:txBody>
      </p:sp>
    </p:spTree>
    <p:extLst>
      <p:ext uri="{BB962C8B-B14F-4D97-AF65-F5344CB8AC3E}">
        <p14:creationId xmlns:p14="http://schemas.microsoft.com/office/powerpoint/2010/main" val="3766641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sp>
        <p:nvSpPr>
          <p:cNvPr id="3" name="Subtitle 2"/>
          <p:cNvSpPr>
            <a:spLocks noGrp="1"/>
          </p:cNvSpPr>
          <p:nvPr>
            <p:ph sz="quarter" idx="1"/>
          </p:nvPr>
        </p:nvSpPr>
        <p:spPr>
          <a:xfrm>
            <a:off x="1470906" y="2530183"/>
            <a:ext cx="10027920" cy="2941935"/>
          </a:xfrm>
        </p:spPr>
        <p:txBody>
          <a:bodyPr>
            <a:noAutofit/>
          </a:bodyPr>
          <a:lstStyle/>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Netflix</a:t>
            </a:r>
            <a:r>
              <a:rPr lang="en-IN" sz="2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Amazon</a:t>
            </a:r>
            <a:r>
              <a:rPr lang="en-IN" sz="2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Google</a:t>
            </a:r>
            <a:r>
              <a:rPr lang="en-IN" sz="2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Banks</a:t>
            </a:r>
            <a:r>
              <a:rPr lang="en-IN" sz="2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Mobile Apps</a:t>
            </a:r>
            <a:r>
              <a:rPr lang="en-IN" sz="2400" dirty="0">
                <a:latin typeface="Times New Roman" panose="02020603050405020304" pitchFamily="18" charset="0"/>
                <a:cs typeface="Times New Roman" panose="02020603050405020304" pitchFamily="18" charset="0"/>
              </a:rPr>
              <a:t> </a:t>
            </a:r>
            <a:endParaRPr lang="en-US" sz="2400" b="0" dirty="0">
              <a:latin typeface="Times New Roman" panose="02020603050405020304"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700" y="264543"/>
            <a:ext cx="10274300" cy="1001713"/>
          </a:xfrm>
          <a:prstGeom prst="rect">
            <a:avLst/>
          </a:prstGeom>
        </p:spPr>
      </p:pic>
      <p:sp>
        <p:nvSpPr>
          <p:cNvPr id="6" name="TextBox 5"/>
          <p:cNvSpPr txBox="1"/>
          <p:nvPr/>
        </p:nvSpPr>
        <p:spPr>
          <a:xfrm>
            <a:off x="3611717" y="1518622"/>
            <a:ext cx="4318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APPLICATION</a:t>
            </a:r>
          </a:p>
        </p:txBody>
      </p:sp>
    </p:spTree>
    <p:extLst>
      <p:ext uri="{BB962C8B-B14F-4D97-AF65-F5344CB8AC3E}">
        <p14:creationId xmlns:p14="http://schemas.microsoft.com/office/powerpoint/2010/main" val="2434392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340" y="1521460"/>
            <a:ext cx="10027920" cy="548640"/>
          </a:xfrm>
        </p:spPr>
        <p:txBody>
          <a:bodyPr>
            <a:noAutofit/>
          </a:bodyPr>
          <a:lstStyle/>
          <a:p>
            <a:pPr algn="ctr"/>
            <a:r>
              <a:rPr lang="en-US" b="1"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quarter" idx="1"/>
          </p:nvPr>
        </p:nvSpPr>
        <p:spPr>
          <a:xfrm>
            <a:off x="1181100" y="2630538"/>
            <a:ext cx="10731500" cy="3308351"/>
          </a:xfrm>
        </p:spPr>
        <p:txBody>
          <a:bodyPr vert="horz" lIns="91440" tIns="45720" rIns="91440" bIns="45720" rtlCol="0" anchor="t">
            <a:normAutofit/>
          </a:bodyPr>
          <a:lstStyle/>
          <a:p>
            <a:pPr marL="0" indent="0">
              <a:buNone/>
            </a:pPr>
            <a:r>
              <a:rPr lang="en-IN" sz="2400" dirty="0">
                <a:latin typeface="Times New Roman" panose="02020603050405020304" pitchFamily="18" charset="0"/>
                <a:cs typeface="Times New Roman" panose="02020603050405020304" pitchFamily="18" charset="0"/>
              </a:rPr>
              <a:t>DevOps and CI/CD make software development faster, easier, and more reliable. They improve teamwork, reduce errors, and help companies deliver better applications quickly. Cloud computing allows users to access these applications anytime and from anywhere.</a:t>
            </a:r>
            <a:endParaRPr lang="en-US" sz="2400" dirty="0">
              <a:latin typeface="Times New Roman" panose="02020603050405020304"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0" y="264543"/>
            <a:ext cx="11658600" cy="10017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type="pic" idx="4294967295"/>
          </p:nvPr>
        </p:nvPicPr>
        <p:blipFill>
          <a:blip r:embed="rId2">
            <a:extLst>
              <a:ext uri="{28A0092B-C50C-407E-A947-70E740481C1C}">
                <a14:useLocalDpi xmlns:a14="http://schemas.microsoft.com/office/drawing/2010/main" val="0"/>
              </a:ext>
            </a:extLst>
          </a:blip>
          <a:srcRect t="1515" b="1515"/>
          <a:stretch>
            <a:fillRect/>
          </a:stretch>
        </p:blipFill>
        <p:spPr bwMode="auto">
          <a:xfrm>
            <a:off x="177800" y="139700"/>
            <a:ext cx="11798300" cy="623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9250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72143-9FF4-CA20-AEBD-D0B9035495ED}"/>
              </a:ext>
            </a:extLst>
          </p:cNvPr>
          <p:cNvSpPr>
            <a:spLocks noGrp="1"/>
          </p:cNvSpPr>
          <p:nvPr>
            <p:ph type="title"/>
          </p:nvPr>
        </p:nvSpPr>
        <p:spPr/>
        <p:txBody>
          <a:bodyPr/>
          <a:lstStyle/>
          <a:p>
            <a:r>
              <a:rPr lang="en-US" dirty="0">
                <a:solidFill>
                  <a:srgbClr val="FF0000"/>
                </a:solidFill>
              </a:rPr>
              <a:t>GEO TAG</a:t>
            </a:r>
            <a:endParaRPr lang="en-IN" dirty="0">
              <a:solidFill>
                <a:srgbClr val="FF0000"/>
              </a:solidFill>
            </a:endParaRPr>
          </a:p>
        </p:txBody>
      </p:sp>
      <p:pic>
        <p:nvPicPr>
          <p:cNvPr id="5" name="Content Placeholder 4">
            <a:extLst>
              <a:ext uri="{FF2B5EF4-FFF2-40B4-BE49-F238E27FC236}">
                <a16:creationId xmlns:a16="http://schemas.microsoft.com/office/drawing/2014/main" id="{9A39917C-BF14-5484-67FD-676224D7ACF1}"/>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140129" y="1556672"/>
            <a:ext cx="8128000" cy="4572000"/>
          </a:xfrm>
          <a:prstGeom prst="rect">
            <a:avLst/>
          </a:prstGeom>
        </p:spPr>
      </p:pic>
    </p:spTree>
    <p:extLst>
      <p:ext uri="{BB962C8B-B14F-4D97-AF65-F5344CB8AC3E}">
        <p14:creationId xmlns:p14="http://schemas.microsoft.com/office/powerpoint/2010/main" val="282924798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463</TotalTime>
  <Words>174</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Georgia</vt:lpstr>
      <vt:lpstr>Times New Roman</vt:lpstr>
      <vt:lpstr>Wingdings</vt:lpstr>
      <vt:lpstr>Wingdings 2</vt:lpstr>
      <vt:lpstr>Civic</vt:lpstr>
      <vt:lpstr>PowerPoint Presentation</vt:lpstr>
      <vt:lpstr>PowerPoint Presentation</vt:lpstr>
      <vt:lpstr>PowerPoint Presentation</vt:lpstr>
      <vt:lpstr>PowerPoint Presentation</vt:lpstr>
      <vt:lpstr>CONCLUSION</vt:lpstr>
      <vt:lpstr>PowerPoint Presentation</vt:lpstr>
      <vt:lpstr>GEO TAG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Information System for Small-Scale Farmers</dc:title>
  <dc:creator>admin</dc:creator>
  <cp:lastModifiedBy>poornachandhra59@gmail.com</cp:lastModifiedBy>
  <cp:revision>419</cp:revision>
  <dcterms:created xsi:type="dcterms:W3CDTF">2018-12-29T07:03:00Z</dcterms:created>
  <dcterms:modified xsi:type="dcterms:W3CDTF">2026-07-24T07:58:15Z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1033-11.2.0.9150</vt:lpwstr>
  </property>
</Properties>
</file>